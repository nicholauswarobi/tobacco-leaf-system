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avif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5" r:id="rId4"/>
    <p:sldId id="264" r:id="rId5"/>
  </p:sldIdLst>
  <p:sldSz cx="12192000" cy="6858000"/>
  <p:notesSz cx="6858000" cy="9144000"/>
  <p:defaultTextStyle>
    <a:defPPr>
      <a:defRPr lang="en-001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BB701-BE52-4425-A2D7-748240A818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61F4BB-0C7F-401E-9600-85AD3667C6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EF7332-45C5-4393-833B-91ED47161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E762B-8E00-407D-95A8-546052042E19}" type="datetimeFigureOut">
              <a:rPr lang="en-001" smtClean="0"/>
              <a:t>08/06/2026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198E32-27AE-43B4-B598-015822809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C71F6-5E2B-4F9C-B4C3-2754F47EA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9A047-1260-4D9E-976A-2CD0EC9A284F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563151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DB3AF-319A-46EB-AAAB-303EAB808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AA3B5-36CF-4D64-99CE-693870A5C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BC74D-0C7F-444C-919D-712083EE6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E762B-8E00-407D-95A8-546052042E19}" type="datetimeFigureOut">
              <a:rPr lang="en-001" smtClean="0"/>
              <a:t>08/06/2026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69399F-731E-4ADD-A7D0-74D398700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04925-40B3-4B7D-9E43-462EC8260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9A047-1260-4D9E-976A-2CD0EC9A284F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554569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CFED1-76AC-4429-829B-971D5827E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E1D513-7F3C-47A7-B00C-41F2BF0118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5AB302-1F1A-466D-B178-29CD8ECA6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E762B-8E00-407D-95A8-546052042E19}" type="datetimeFigureOut">
              <a:rPr lang="en-001" smtClean="0"/>
              <a:t>08/06/2026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81BC8-6761-43DD-9C59-8839058DE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204A88-510A-4448-B39D-3E9DF5388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9A047-1260-4D9E-976A-2CD0EC9A284F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737838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414FD-7EC9-40A9-8DB9-376F995BB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4BFCC-A09C-4704-8906-A7A6279AA6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9A0DD7-0537-471E-AC04-7253B4187E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A68902-E3AA-45B7-AFD0-552DFF0B8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E762B-8E00-407D-95A8-546052042E19}" type="datetimeFigureOut">
              <a:rPr lang="en-001" smtClean="0"/>
              <a:t>08/06/2026</a:t>
            </a:fld>
            <a:endParaRPr lang="en-00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3F3D7-A82E-4C52-9BC1-1B9654420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C5210-692F-41A4-8E10-7F5FF883D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9A047-1260-4D9E-976A-2CD0EC9A284F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5743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ABE91-8623-4CC7-8E79-055BEBBB5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3093C8-935A-43E0-8369-3DD9A47FFB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8B9526-11D3-411F-8074-257D422A94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CA865F-E229-4A40-9CBC-A27B4F9066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5A806C-791E-4108-B40B-A43704B1E9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5A4B59-61E3-415F-BC1E-205CDEDB5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E762B-8E00-407D-95A8-546052042E19}" type="datetimeFigureOut">
              <a:rPr lang="en-001" smtClean="0"/>
              <a:t>08/06/2026</a:t>
            </a:fld>
            <a:endParaRPr lang="en-001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530C15-F6C9-4268-9F6D-360A97E98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3A62FA-EF39-4EE2-AD1D-2C3C45DCF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9A047-1260-4D9E-976A-2CD0EC9A284F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942029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078FB-E79D-4698-B5D2-3748E981B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E662CD-27C4-44E0-870C-3DE65202E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E762B-8E00-407D-95A8-546052042E19}" type="datetimeFigureOut">
              <a:rPr lang="en-001" smtClean="0"/>
              <a:t>08/06/2026</a:t>
            </a:fld>
            <a:endParaRPr lang="en-001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02989E-5D52-4A3B-A173-AA8058AEF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F608A5-ECD7-4505-9038-2055C9F48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9A047-1260-4D9E-976A-2CD0EC9A284F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863487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0B83B9-188B-4086-BCA8-5D9311F09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E762B-8E00-407D-95A8-546052042E19}" type="datetimeFigureOut">
              <a:rPr lang="en-001" smtClean="0"/>
              <a:t>08/06/2026</a:t>
            </a:fld>
            <a:endParaRPr lang="en-001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838489-1147-4FD1-A57F-08FB0AC7B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04E17F-D979-4124-A7B7-148B5E6A7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9A047-1260-4D9E-976A-2CD0EC9A284F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424799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2A059-91CD-4D63-AFFE-CD35222B3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FC3FE-7C69-48F4-B3A4-352580C4F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373D8D-0863-4F71-8CD0-7FAFD8E9AB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045CFB-67FD-43E4-BCF0-930AC2C62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E762B-8E00-407D-95A8-546052042E19}" type="datetimeFigureOut">
              <a:rPr lang="en-001" smtClean="0"/>
              <a:t>08/06/2026</a:t>
            </a:fld>
            <a:endParaRPr lang="en-00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778974-0A66-4FA5-90DE-E0E410BCA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D5F470-0208-4477-8D48-E4447BAE0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9A047-1260-4D9E-976A-2CD0EC9A284F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558217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81A18-1AEA-41F7-A0DB-98E4C953D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A0D0CB-3F72-4EC8-BE79-AF0F011460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00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65FD17-DA43-47F2-8007-2F3A353928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942717-6763-4029-84A7-CBC225682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E762B-8E00-407D-95A8-546052042E19}" type="datetimeFigureOut">
              <a:rPr lang="en-001" smtClean="0"/>
              <a:t>08/06/2026</a:t>
            </a:fld>
            <a:endParaRPr lang="en-00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75D9FD-8563-42F3-9CDB-92B2FF896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ACCA2D-AA96-491F-9332-7EC2D93FA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9A047-1260-4D9E-976A-2CD0EC9A284F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636059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A9418-EB88-473F-B8BC-03FCF3923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59C79D-A67F-4D96-849D-1FC78559FE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22A08-EF8B-4EF7-A7D8-66CA7AAE2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E762B-8E00-407D-95A8-546052042E19}" type="datetimeFigureOut">
              <a:rPr lang="en-001" smtClean="0"/>
              <a:t>08/06/2026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EB345B-0CD3-4BC6-98B3-B7909B77C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89A4B6-A8E3-4920-A6A1-283AC31E2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9A047-1260-4D9E-976A-2CD0EC9A284F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600256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AD85E8-7D8F-4871-8B58-0DE8CD268B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A038E4-4521-4379-921C-566964F625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ADC16F-01BB-400F-A1F1-EAC73AC6A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E762B-8E00-407D-95A8-546052042E19}" type="datetimeFigureOut">
              <a:rPr lang="en-001" smtClean="0"/>
              <a:t>08/06/2026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D543E-9648-4EE0-B13E-CA0406725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CF1FC6-1742-4598-905E-17FBE3916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9A047-1260-4D9E-976A-2CD0EC9A284F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431203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avi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6584E5-B566-45B1-A2B5-88D7B9E19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35C1D4-9C1A-42C2-99EF-B2A19B9406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6E5FA-5163-4860-B714-59C1041F86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0E762B-8E00-407D-95A8-546052042E19}" type="datetimeFigureOut">
              <a:rPr lang="en-001" smtClean="0"/>
              <a:t>08/06/2026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023D6F-EEB4-40B9-BF85-D35A5F9E9A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3AC25-B0B3-42B3-882D-CC063E1C04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89A047-1260-4D9E-976A-2CD0EC9A284F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551596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001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9814CA0-87D3-4CFA-9F53-21B5BEC449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2694" y="3307647"/>
            <a:ext cx="11106614" cy="3044283"/>
          </a:xfrm>
        </p:spPr>
        <p:txBody>
          <a:bodyPr>
            <a:normAutofit fontScale="92500" lnSpcReduction="20000"/>
          </a:bodyPr>
          <a:lstStyle/>
          <a:p>
            <a:pPr algn="l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PROJECT TITLE: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TOBACCO LEAF DISEASE DETECTION AND QUALITY GRADING SYSTEM</a:t>
            </a:r>
          </a:p>
          <a:p>
            <a:pPr algn="l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STUDENT NAME: </a:t>
            </a:r>
            <a:r>
              <a:rPr lang="en-US" sz="28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NICHOLAUS NUNGU WAROBI</a:t>
            </a:r>
          </a:p>
          <a:p>
            <a:pPr algn="l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STUDENT REG.NO: </a:t>
            </a:r>
            <a:r>
              <a:rPr lang="en-US" sz="28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22100533590017</a:t>
            </a:r>
            <a:endParaRPr lang="en-US" sz="28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SUPERVISOR’S NAME/S: </a:t>
            </a:r>
            <a:r>
              <a:rPr lang="en-US" sz="28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SIR. PASCAL YAMAKILI</a:t>
            </a:r>
          </a:p>
          <a:p>
            <a:pPr algn="l"/>
            <a:endParaRPr lang="en-001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55AD7DB-BDE8-4C59-9A70-EFB4F1F6EF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2693" y="223023"/>
            <a:ext cx="11106614" cy="3044283"/>
          </a:xfr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sz="31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MBEYA UNIVERSITY OF SCIENCE &amp; TECHNOLOGY</a:t>
            </a:r>
            <a:br>
              <a:rPr lang="en-US" sz="31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31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       COLLEGE OF ICT</a:t>
            </a:r>
            <a:br>
              <a:rPr lang="en-US" sz="31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31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             DEPT. OF COMPUTER SCIENCE &amp; ENGINEERING</a:t>
            </a:r>
            <a:br>
              <a:rPr lang="en-US" sz="31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31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      PROPOSAL PRESENTATION </a:t>
            </a:r>
            <a:endParaRPr lang="en-US" sz="40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64F0CF-4D35-45B9-BDE5-A7E178110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132" y="761680"/>
            <a:ext cx="2278456" cy="1966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895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58B2F-6534-4B77-AABD-B68F55CF0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9957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Main &amp; Specific Objectives</a:t>
            </a:r>
            <a:endParaRPr lang="en-001" sz="28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AB90F-A019-411E-9FE9-3D166656F6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412" y="995082"/>
            <a:ext cx="11349317" cy="5497793"/>
          </a:xfrm>
        </p:spPr>
        <p:txBody>
          <a:bodyPr>
            <a:noAutofit/>
          </a:bodyPr>
          <a:lstStyle/>
          <a:p>
            <a:pPr>
              <a:lnSpc>
                <a:spcPct val="160000"/>
              </a:lnSpc>
              <a:buFont typeface="Wingdings" panose="05000000000000000000" pitchFamily="2" charset="2"/>
              <a:buChar char="v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General Objective</a:t>
            </a: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To develop a system for the detection of leaf diseases and quality grading of tobacco leaves.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Specific Objectives</a:t>
            </a:r>
          </a:p>
          <a:p>
            <a:pPr marL="0" indent="0">
              <a:buNone/>
            </a:pP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. To collect image data of tobacco leaves showing healthy, diseased, and different quality grades.</a:t>
            </a:r>
          </a:p>
          <a:p>
            <a:pPr marL="0" indent="0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ii. To build a system that can identify tobacco leaf diseases from images.</a:t>
            </a:r>
          </a:p>
          <a:p>
            <a:pPr marL="0" indent="0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iii. To develop a system that can classify tobacco leaves into grades (Grade A, B, C).</a:t>
            </a:r>
          </a:p>
          <a:p>
            <a:pPr marL="0" indent="0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iv. To train and test the system to ensure accurate and reliable results.</a:t>
            </a:r>
          </a:p>
          <a:p>
            <a:pPr marL="0" indent="0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v. To design a user-friendly system that allows users to upload images and receive disease detection and grading results.</a:t>
            </a:r>
          </a:p>
        </p:txBody>
      </p:sp>
    </p:spTree>
    <p:extLst>
      <p:ext uri="{BB962C8B-B14F-4D97-AF65-F5344CB8AC3E}">
        <p14:creationId xmlns:p14="http://schemas.microsoft.com/office/powerpoint/2010/main" val="574337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C5732-A23A-477A-9923-99773FBB8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867" y="93134"/>
            <a:ext cx="11404600" cy="905934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00270DC-E722-4F0E-8BD6-043ABFF888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713" y="998538"/>
            <a:ext cx="9996311" cy="5622925"/>
          </a:xfrm>
        </p:spPr>
      </p:pic>
    </p:spTree>
    <p:extLst>
      <p:ext uri="{BB962C8B-B14F-4D97-AF65-F5344CB8AC3E}">
        <p14:creationId xmlns:p14="http://schemas.microsoft.com/office/powerpoint/2010/main" val="1397212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28855-82A3-4446-831F-2F35C742B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24056"/>
            <a:ext cx="10515600" cy="2009309"/>
          </a:xfrm>
        </p:spPr>
        <p:txBody>
          <a:bodyPr>
            <a:noAutofit/>
          </a:bodyPr>
          <a:lstStyle/>
          <a:p>
            <a:pPr algn="ctr"/>
            <a:r>
              <a:rPr lang="en-US" sz="10000" dirty="0">
                <a:latin typeface="Cambria" panose="02040503050406030204" pitchFamily="18" charset="0"/>
                <a:ea typeface="Cambria" panose="02040503050406030204" pitchFamily="18" charset="0"/>
              </a:rPr>
              <a:t>THANKS</a:t>
            </a:r>
            <a:endParaRPr lang="en-001" sz="10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7235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275</Words>
  <Application>Microsoft Office PowerPoint</Application>
  <PresentationFormat>Widescreen</PresentationFormat>
  <Paragraphs>15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Calibri Light</vt:lpstr>
      <vt:lpstr>Cambria</vt:lpstr>
      <vt:lpstr>Times New Roman</vt:lpstr>
      <vt:lpstr>Wingdings</vt:lpstr>
      <vt:lpstr>Office Theme</vt:lpstr>
      <vt:lpstr>                                                                                                              MBEYA UNIVERSITY OF SCIENCE &amp; TECHNOLOGY                   COLLEGE OF ICT                         DEPT. OF COMPUTER SCIENCE &amp; ENGINEERING                  PROPOSAL PRESENTATION </vt:lpstr>
      <vt:lpstr>Main &amp; Specific Objectives</vt:lpstr>
      <vt:lpstr>SYSTEM DESIGN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MBEYA UNIVERSITY OF SCIENCE &amp; TECHNOLOGY                   COLLEGE OF ICT                         DEPT. OF COMPUTER SCIENCE &amp; ENGINEERING                  PROPOSAL PRESENTATION</dc:title>
  <dc:creator>Abel</dc:creator>
  <cp:lastModifiedBy>Nicholaus Warobi</cp:lastModifiedBy>
  <cp:revision>18</cp:revision>
  <dcterms:created xsi:type="dcterms:W3CDTF">2026-03-26T17:16:35Z</dcterms:created>
  <dcterms:modified xsi:type="dcterms:W3CDTF">2026-08-06T05:23:27Z</dcterms:modified>
</cp:coreProperties>
</file>